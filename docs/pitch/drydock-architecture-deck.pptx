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4213D"/>
                </a:solidFill>
                <a:latin typeface="Arial"/>
              </a:rPr>
              <a:t>Ratios (1.0 = target met)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Scenarios as declared</c:v>
                  </c:pt>
                  <c:pt idx="1">
                    <c:v>Healed / heal scenarios</c:v>
                  </c:pt>
                  <c:pt idx="2">
                    <c:v>Adversarial rejected</c:v>
                  </c:pt>
                  <c:pt idx="3">
                    <c:v>Coverage (÷100)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0.9746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B2A4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4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b"/>
        <c:majorGridlines>
          <c:spPr>
            <a:ln w="6350" cap="flat">
              <a:solidFill>
                <a:srgbClr val="C9D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DRYDOCK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Architecture Review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pipeline generation and validation harness — client feed specs in, tested ingestion pipelines out, nothing sails without a signature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Release/ship date · 12 September 2026 · Roshan Rana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0" y="1097280"/>
            <a:ext cx="1005840" cy="10058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0" y="1097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2971800"/>
          </a:xfrm>
          <a:prstGeom prst="roundRect">
            <a:avLst>
              <a:gd name="adj" fmla="val 206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916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 LangGraph state machine that plans through MCP tools, generates a pipeline + Airflow DAG + field mapping from a client's feed specification, tests the result in a sandbox against six deterministic checks, repairs on failure, and stops at a real human gate before anything is published.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2971800"/>
          </a:xfrm>
          <a:prstGeom prst="roundRect">
            <a:avLst>
              <a:gd name="adj" fmla="val 206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proves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6916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is provably bounded, auditable and resumable across processes: every step is a LangGraph checkpoint in SQLite, and the human-approval interrupt cannot be skipped by any flag, config or provider.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corpus scenarios replay as declared; 5/5 adversarial pipelines are rejected; the gate runs offline in one command.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2971800"/>
          </a:xfrm>
          <a:prstGeom prst="roundRect">
            <a:avLst>
              <a:gd name="adj" fmla="val 206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enterprise-ready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6916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through a gated, evidence-producing lifecycle: frozen LLD contracts, 12 task packs, code and security review, a documented three-layer sandbox hardened after an independent security review found real escapes.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of the audience: agree the pilot scope (a recorded live-model run, the Docker sandbox as default, HMAC-signed approvals) and which provider (Ollama, vLLM, Bedrock, Anthropic) a first client's data perimeter should target.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and the users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onboarding problem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9616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feed arrives with a specification that is nearly right and a sample file that is nearly what the specification describes. Someone reads both, writes a parser, runs it, finds the trailer row counted as data, fixes it, and asks a colleague to sign off in a chat message. The work is repetitive, the fixes are undocumented, and the sign-off leaves no evidence.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constraint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499616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can write the parser; the question is whether anything they write can be trusted into a scheduler. DRYDOCK's answer: the model's output is a proposal, a deterministic harness is the judge, and a human is the only thing that can publish.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Forward-deployed engineer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drafted, tested pipeline + DAG + mapping per client feed, with the repair history kept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client onboarded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 / approver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 reports with evidence, an approve/reject gate that cannot be bypassed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every 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/ ops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gate offline; swappable model backend; no secrets in config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/ operate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/ AI assistants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build/inspect/approve surface over CLI, dashboard and MCP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hoc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at a glance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65960" cy="1965960"/>
          </a:xfrm>
          <a:prstGeom prst="roundRect">
            <a:avLst>
              <a:gd name="adj" fmla="val 2791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7160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3898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28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 calls the drydock-sources MCP server: list_samples, peek_sample (&lt;=5 lines) and profile_sample. Tool calls are recorded as evidence on the plan; the planner never receives the sample files.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23160" y="2194560"/>
            <a:ext cx="13716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60320" y="1234440"/>
            <a:ext cx="1965960" cy="1965960"/>
          </a:xfrm>
          <a:prstGeom prst="roundRect">
            <a:avLst>
              <a:gd name="adj" fmla="val 2791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137160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974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13898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1828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files: a stdlib-only pipeline.py, an Airflow dag.py restricted to DAG/PythonOperator/&gt;&gt;, and a Harbormaster-compatible mapping.yaml.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26280" y="2194560"/>
            <a:ext cx="13716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63440" y="1234440"/>
            <a:ext cx="1965960" cy="1965960"/>
          </a:xfrm>
          <a:prstGeom prst="roundRect">
            <a:avLst>
              <a:gd name="adj" fmla="val 2791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37160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13898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repair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1828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artifact runs in a sandbox against six deterministic checks (H1-H6); failures feed back into the next generation, up to a fixed iteration budget.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29400" y="2194560"/>
            <a:ext cx="13716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766560" y="1234440"/>
            <a:ext cx="1965960" cy="1965960"/>
          </a:xfrm>
          <a:prstGeom prst="roundRect">
            <a:avLst>
              <a:gd name="adj" fmla="val 2791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137160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13898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&amp; publish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1828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await_approval calls a real LangGraph interrupt(). A later approve/reject — from another process — resumes the checkpoint; publish writes deploy/&lt;client&gt;/ only after that.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429000"/>
            <a:ext cx="4023360" cy="118872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483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73989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(typer): build, runs, show, approve, reject, replay. Dashboard (FastAPI + vanilla HTML/JS): runs, diffs, checkpoint history. DRYDOCK MCP server: build/inspect/approve as 7 tools. All four read and write through one graph.service.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429000"/>
            <a:ext cx="4023360" cy="118872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54880" y="3483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by default, live by explicit act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373989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fake provider drives the tests, the bench and CI: templates plus seeded fault injection, zero network calls. Ollama, vLLM, Bedrock and Anthropic are configuration files plus an environment variable, never a side effect of having a key present.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C4 LEVEL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context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64592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Forward-deployed eng.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961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/ dashboard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03120" y="1572768"/>
            <a:ext cx="411480" cy="1033272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2057400"/>
            <a:ext cx="164592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1122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/ approver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3682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CLI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03120" y="2441448"/>
            <a:ext cx="411480" cy="164592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164592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9809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3697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host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 flipV="1">
            <a:off x="2103120" y="2606040"/>
            <a:ext cx="411480" cy="704088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560320" y="1188720"/>
            <a:ext cx="3200400" cy="3246120"/>
          </a:xfrm>
          <a:prstGeom prst="roundRect">
            <a:avLst>
              <a:gd name="adj" fmla="val 1714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97480" y="1261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DRYDOCK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97480" y="1600200"/>
            <a:ext cx="2926080" cy="640080"/>
          </a:xfrm>
          <a:prstGeom prst="roundRect">
            <a:avLst>
              <a:gd name="adj" fmla="val 857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88920" y="1655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788920" y="1911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· dashboard (FastAPI) · DRYDOCK MCP server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97480" y="2331720"/>
            <a:ext cx="2926080" cy="1051560"/>
          </a:xfrm>
          <a:prstGeom prst="roundRect">
            <a:avLst>
              <a:gd name="adj" fmla="val 52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88920" y="23865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788920" y="264261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load_spec -&gt; plan -&gt; generate -&gt; evaluate -&gt; await_approval [interrupt] -&gt; publish, with repair and escalate branches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697480" y="3474720"/>
            <a:ext cx="2926080" cy="822960"/>
          </a:xfrm>
          <a:prstGeom prst="roundRect">
            <a:avLst>
              <a:gd name="adj" fmla="val 666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88920" y="35295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(data/drydock.db)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788920" y="37856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+ iterations + LangGraph checkpoints, keyed by thread_id = run_id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080760" y="118872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72200" y="12435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drydock-sources MCP server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172200" y="149961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list_samples · peek_sample (&lt;=5 lines) · profile_sample — the planner's only view of client data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80760" y="210312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72200" y="21579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backend (swappable)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241401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(offline, default) · Ollama · vLLM · Bedrock · Anthropic — one Provider protocol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80760" y="301752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172200" y="30723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deploy/&lt;client&gt;/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172200" y="332841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pipeline.py, dag.py, mapping.yaml, approval.json — written only by publish, after approval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 flipV="1">
            <a:off x="5760720" y="1554480"/>
            <a:ext cx="320040" cy="548640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5760720" y="2468880"/>
            <a:ext cx="320040" cy="182880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760720" y="3200400"/>
            <a:ext cx="320040" cy="182880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(corpus/&lt;client&gt;/spec.md, samples/, manifest.json) is the only client-owned input; everything the model sees is mediated by the sources server, never handed as whole files.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C4 LEVEL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324612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corpus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78308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600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8105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Pydantic contracts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48640" y="2322576"/>
            <a:ext cx="178308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3500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corpus.py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2560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spec/samples/manifest, verify sha256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48640" y="3072384"/>
            <a:ext cx="178308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0998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paths.py, errors.py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33101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env-driven paths, error taxonomy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606040" y="1188720"/>
            <a:ext cx="1965960" cy="324612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9748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&amp; MCP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97480" y="1572768"/>
            <a:ext cx="178308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70632" y="1600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providers/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2770632" y="18105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Protocol, FakeProvider, LLMProvider, backends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697480" y="2322576"/>
            <a:ext cx="178308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70632" y="23500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mcp/sources_server.py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770632" y="2560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planner's tools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697480" y="3072384"/>
            <a:ext cx="178308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70632" y="30998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mcp/toolbox.py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2770632" y="33101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facade over MCP session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697480" y="3822192"/>
            <a:ext cx="178308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70632" y="38496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mcp/server.py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2770632" y="40599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as 7 MCP tools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54880" y="1188720"/>
            <a:ext cx="1965960" cy="324612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4632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1572768"/>
            <a:ext cx="178308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19472" y="1600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guard.py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919472" y="18105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AST allow/deny lists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846320" y="2322576"/>
            <a:ext cx="178308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19472" y="23500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runner.py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4919472" y="2560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jail, stdlib only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846320" y="3072384"/>
            <a:ext cx="178308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919472" y="30998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sandbox.py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4919472" y="33101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containment, docker mode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846320" y="3822192"/>
            <a:ext cx="178308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919472" y="38496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checks.py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4919472" y="40599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H1..H6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903720" y="1188720"/>
            <a:ext cx="1965960" cy="324612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99516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&amp; surfaces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995160" y="1572768"/>
            <a:ext cx="178308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068312" y="1600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graph/nodes.py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7068312" y="18105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nodes, 1 conditional edge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995160" y="2322576"/>
            <a:ext cx="178308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068312" y="23500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graph/service.py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7068312" y="2560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start_run, decide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995160" y="3072384"/>
            <a:ext cx="178308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068312" y="30998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graph/store.py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7068312" y="33101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runs + iterations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995160" y="3822192"/>
            <a:ext cx="178308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068312" y="38496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cli.py, dashboard/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7068312" y="405993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typer + FastAPI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423160" y="2834640"/>
            <a:ext cx="18288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4572000" y="2834640"/>
            <a:ext cx="18288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6720840" y="2834640"/>
            <a:ext cx="18288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61" name="Text 59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never imports into the orchestrator: the harness copies pipeline.py and dag.py into a scratch directory and runs them in a fresh interpreter. models.py and the LLD are frozen contracts task packs code against without talking to each other.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CRITICAL FLOW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critical flow: plan, generate, evaluate, gate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53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load_spec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spec.md's feed-contract block into a typed FeedSpec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23160" y="189280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128016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353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plan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1645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MCP tool calls to drydock-sources; evidence recorded on IngestionPlan.tool_calls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26280" y="189280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63440" y="128016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1353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generate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645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pipeline.py, dag.py, mapping.yaml from the plan + spec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629400" y="189280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766560" y="128016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1353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evaluate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1645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run, 6 checks; on repair the previous artifact + findings go back in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907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fail, iter&lt;N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200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back to generate with the harness findings as context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423160" y="344728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560320" y="283464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51760" y="2907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fail, iter==N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651760" y="3200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escalate: run ends, nothing published, all iteration reports on disk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26280" y="344728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663440" y="283464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54880" y="2907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pass -&gt; await_approval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754880" y="3200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LangGraph interrupt() — no path to publish skips it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29400" y="344728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766560" y="283464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0" y="2907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approve -&gt; publish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3200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from another process; deploy/&lt;client&gt;/ written with approval.json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229600" y="2514600"/>
            <a:ext cx="9144" cy="320040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appends one line to runs/&lt;run_id&gt;/events.jsonl (node, iteration, ms, outcome). The bench replays all 5 flows (happy, self-heal, escalate, reject, cross-process resume) with a fixed seed.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THE ONE IDEA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mechanism: agents propose, the harness decides, a human disposes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206240" cy="3246120"/>
          </a:xfrm>
          <a:prstGeom prst="roundRect">
            <a:avLst>
              <a:gd name="adj" fmla="val 1690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await_approval — the actual gate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572768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await_approval(self, state):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...mark AWAITING_APPROVAL, log event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answer = interrupt(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approval_payload(state)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decision, approver, note =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parse_decision(answer, state)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store.update(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run_id, approved_by=approver,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decision_note=note,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6118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is reachable only through approve. No flag, config or provider skips it.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37760" y="1188720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74920" y="1243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Pass, iter 1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51790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harness found nothing wrong — straight to the gate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37760" y="2267712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74920" y="23225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Fail, then pass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59689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feed the next generation; repaired within the iteration budget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37760" y="3346704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3401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x N, escalate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074920" y="367588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 that contradicts its sample cannot be fixed by better code — a person gets the contradiction, not a forced pass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4480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escalate scenario (meridian-legacy) is a wrong spec, not a broken generator: the pin is the client's asserted row count, so correct code fails three times and a person sees the contradiction. That is the behaviour a bank wants.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DATA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architecture: corpus, run store, deploy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(committed, pinned)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9616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corpus/&lt;client&gt;/spec.md, samples/*, manifest.json: sha256, expected rows, baseline stats, and the scenario's injected_defect / expected_outcome. corpus/_adversarial/&lt;name&gt;/ holds bad artifacts plus the check each must fail.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2651760" cy="1508760"/>
          </a:xfrm>
          <a:prstGeom prst="roundRect">
            <a:avLst>
              <a:gd name="adj" fmla="val 3636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809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store (SQLite)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3697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data/drydock.db: runs + iterations tables plus LangGraph's checkpoint tables, keyed by thread_id = run_id. Artifacts on disk under runs/&lt;run_id&gt;/iter-N/.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08960" y="1965960"/>
            <a:ext cx="640080" cy="68580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3108960" y="2926080"/>
            <a:ext cx="640080" cy="73152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49040" y="2148840"/>
            <a:ext cx="2011680" cy="1280160"/>
          </a:xfrm>
          <a:prstGeom prst="roundRect">
            <a:avLst>
              <a:gd name="adj" fmla="val 4286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4048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schema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248716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trade_id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account_id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value_date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counterparty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5760720" y="2788920"/>
            <a:ext cx="59436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55080" y="1188720"/>
            <a:ext cx="2331720" cy="3246120"/>
          </a:xfrm>
          <a:prstGeom prst="roundRect">
            <a:avLst>
              <a:gd name="adj" fmla="val 2353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12435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deploy/&lt;client&gt;/ (publish only)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1499616"/>
            <a:ext cx="21488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pipeline.py, dag.py, mapping.yaml, approval.json (who, when, sha256 of each file — an audit trail, not a signature). 5 clients published at ship: acme-treasury, blue-harbour-fx, kestrel-payments, northwind-custody, orion-prime.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manifest is the oracle, not a reference implementation: the corpus author's parser builds it offline, the harness never calls it at run time, so a generator cannot pass by reproducing it.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PROVIDERS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Swappable model backends, one contract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10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where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(default)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templates + seeded fault injection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process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openai_compat over httpx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machine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OPENAI_API_KEY (any value)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openai_compat over httpx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GPU host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OPENAI_API_KEY (server's key)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boto3 converse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AWS account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credential chain, AWS_REGION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SDK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Anthropic's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ANTHROPIC_API_KEY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063240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1181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perimeter (what leaves the process)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374136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contract (columns, formats, quirks); column profiles (row count, amount total, null rates); sample name/size/sha256; at most 5 peeked raw lines per sample; on repair only, the previous artifact plus harness findings. Never sent: whole sample files, anything under deploy/, the SQLite store, credentials.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663440" y="3063240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54880" y="31181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changes who writes the code, nothing else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3374136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changes nothing about the harness, the sandbox, the six checks, the iteration budget or the approval gate. configs/providers/*.yaml name a backend, a model and the environment variable holding a credential — never the credential itself.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choices and why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11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103120"/>
                <a:gridCol w="3657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Alternatives considered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one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+ SQLite checkpointer (ADR-002)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Hand-rolled state machine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Interrupts, checkpoint history and cross-process resume are requirements, not conveniences; a hand-rolled machine (as a sibling repo found) does not give all three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mcp 2.x, in-memory transport for tests (ADR-003)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Always-stdio MCP, a mocked tool layer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real MCP session runs in the offline test suite with no spawned process; stdio only when the sources server runs standalone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Airflow validated via a stub package (ADR-004)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real Airflow; AST-only DAG check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Installing Airflow costs minutes and hundreds of MB and is irrelevant to the skill being shown; a stub records the declared structure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backend adapters, not LangChain chat models (ADR-005)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chat model wrappers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adapters under 80 lines each behind one ChatBackend protocol make the local-vs-cloud story explicit and keep the base install small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injection lives in the corpus manifest (ADR-006)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injection in the generator itself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scenario declares injected_defect / expected_outcome; the unfixable scenario is a spec that contradicts its sample, keeping the demo honest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Three-layer sandbox (ADR-008)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AST guard alone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security review showed the guard alone was not a boundary (an attribute hop reached os.system); defence in depth: guard, runtime jail, process containment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features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(typer)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961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runs, show, approve --approver, reject --note, replay --step N, serve, mcp, bench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12435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dashboard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149961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JSON API + dependency-free HTML trace viewer: iteration timeline, findings, code tabs with diff, checkpoint list, approve/reject form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2435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MCP server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149961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tools over stdio; approve/reject enforce the gate before RunService is called; a run started from an MCP client shows up in the CLI and dashboard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7523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MCP server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00837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list_samples, peek_sample (&lt;=5 lines, path traversal rejected), profile_sample — the planner's only view of client data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46120" y="269748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37560" y="27523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+ results card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300837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corpus scenarios + 5 adversarial artifacts replayed with seed 42; metrics/headline.json drives the README table and metrics.svg; CI fails on drift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2697480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0" y="27523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sandbox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300837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AST guard, runtime jail (jailed open, capability-stripped os), process containment (tree kill, rlimits, Windows Job Object, optional Docker)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· DASHBOARD (BLUE-HARBOUR-FX)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review dashboard: a self-heal run end to end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13</a:t>
            </a:r>
            <a:endParaRPr lang="en-US" sz="800" dirty="0"/>
          </a:p>
        </p:txBody>
      </p:sp>
      <p:pic>
        <p:nvPicPr>
          <p:cNvPr id="5" name="Image 0" descr="C:/Code-Central/drydock/docs/assets/01-dashboard-h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1143000"/>
            <a:ext cx="5340096" cy="3337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blue-harbour-fx iteration 1 parsed the trailer row as data and failed H2, H3 and H4; iteration 2 passed all six checks and the run is approved with 2/3 iterations spent.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· DASHBOARD (BLUE-HARBOUR-FX, ITERATION 1)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are evidence, not a verdict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14</a:t>
            </a:r>
            <a:endParaRPr lang="en-US" sz="800" dirty="0"/>
          </a:p>
        </p:txBody>
      </p:sp>
      <p:pic>
        <p:nvPicPr>
          <p:cNvPr id="5" name="Image 0" descr="C:/Code-Central/drydock/docs/assets/02-dashboard-find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12064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0" y="1143000"/>
            <a:ext cx="2971800" cy="1554480"/>
          </a:xfrm>
          <a:prstGeom prst="roundRect">
            <a:avLst>
              <a:gd name="adj" fmla="val 352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06440" y="11978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are looking at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806440" y="1453896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schema and H3 completeness fail because the trailer row (a record-count footer) was parsed as a data row; H4 drift then shows 11 cascading findings — null rates and distinct counts thrown off by that one bad row.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15000" y="2834640"/>
            <a:ext cx="2971800" cy="164592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06440" y="288950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3145536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feeds the repair: the generator's second attempt receives these findings, not a vague "it failed". The pinned baseline (14 rows) comes from a manifest the generator never sees.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· DASHBOARD (ACME-TREASURY, AWAITING APPROVAL)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approval gate: checkpoints and the decision form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15</a:t>
            </a:r>
            <a:endParaRPr lang="en-US" sz="800" dirty="0"/>
          </a:p>
        </p:txBody>
      </p:sp>
      <p:pic>
        <p:nvPicPr>
          <p:cNvPr id="5" name="Image 0" descr="C:/Code-Central/drydock/docs/assets/03-dashboard-approval-g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1143000"/>
            <a:ext cx="5340096" cy="3337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acme-treasury's 6 recorded checkpoints — start, load_spec, plan, generate, evaluate — each a LangGraph checkpoint, replayable step by step; the decision form refuses to submit without a named approver.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· TERMINAL (SCRIPTS/CHECK.PY)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gate, run: one command, offline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16</a:t>
            </a:r>
            <a:endParaRPr lang="en-US" sz="800" dirty="0"/>
          </a:p>
        </p:txBody>
      </p:sp>
      <p:pic>
        <p:nvPicPr>
          <p:cNvPr id="5" name="Image 0" descr="C:/Code-Central/drydock/docs/assets/04-terminal-g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9882" y="1143000"/>
            <a:ext cx="6544235" cy="3337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run python scripts/check.py, captured during this review: ruff, mypy strict (host and Linux target), pytest with coverage, the bench replay of all 6 scenarios and 5 adversarial pipelines, and both drift checks.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READINESS · CONTROLS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and compliance controls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17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256032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Static AST guard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of a dangerous module; an attribute hop to a real capability (os.path -&gt; os.system)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allowlist; attribute/name denylists; forbidden-call list; runs before anything executes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test_guard_blocks_payload_before_execution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Runtime jail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outside the scratch workdir leak host files into harness evidence, then into a repair prompt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open/io.open confined to reads inside the workdir; capability-stripped os; poisoned dangerous modules; import finder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test_*_outside_workdir_is_blocked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Process containment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hung or forked child survives a timeout; unbounded memory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Process-group/session kill on timeout; POSIX rlimits; Windows Job Object (512 MiB); Docker: read-only mount, --cap-drop ALL, --network none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test_sleeping_child_tree_is_killed_on_timeout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483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security review found (2026-09-07)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3989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critical, 4 high, 2 medium findings against drydock.harness.evaluate, all closed before ship (T-012). pip-audit over the locked dependency set: 0 known vulnerabilities.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5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54880" y="3483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Residual, stated plainly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373989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approval.json hashes are an audit trail, not a signature (M1). The Windows Job Object memory cap is best-effort; the wall-clock timeout is the backstop. The guard is name-based; layers 2 and 3 exist because of that.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READINESS · PROCESS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built: a gated, evidence-producing lifecycle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18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298448" cy="566928"/>
          </a:xfrm>
          <a:prstGeom prst="roundRect">
            <a:avLst>
              <a:gd name="adj" fmla="val 8065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" y="1252728"/>
            <a:ext cx="1225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skeleton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0" y="1234440"/>
            <a:ext cx="1298448" cy="566928"/>
          </a:xfrm>
          <a:prstGeom prst="roundRect">
            <a:avLst>
              <a:gd name="adj" fmla="val 8065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65376" y="1252728"/>
            <a:ext cx="1225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foundations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1298448" cy="566928"/>
          </a:xfrm>
          <a:prstGeom prst="roundRect">
            <a:avLst>
              <a:gd name="adj" fmla="val 8065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36976" y="1252728"/>
            <a:ext cx="1225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the loop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1298448" cy="566928"/>
          </a:xfrm>
          <a:prstGeom prst="roundRect">
            <a:avLst>
              <a:gd name="adj" fmla="val 8065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08576" y="1252728"/>
            <a:ext cx="1225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surfaces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0" y="1234440"/>
            <a:ext cx="1298448" cy="566928"/>
          </a:xfrm>
          <a:prstGeom prst="roundRect">
            <a:avLst>
              <a:gd name="adj" fmla="val 8065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0176" y="1252728"/>
            <a:ext cx="1225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evidence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0" y="1234440"/>
            <a:ext cx="1298448" cy="566928"/>
          </a:xfrm>
          <a:prstGeom prst="roundRect">
            <a:avLst>
              <a:gd name="adj" fmla="val 8065"/>
            </a:avLst>
          </a:prstGeom>
          <a:solidFill>
            <a:srgbClr val="1E5C57"/>
          </a:solidFill>
          <a:ln w="12700">
            <a:solidFill>
              <a:srgbClr val="1E5C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51776" y="1252728"/>
            <a:ext cx="12252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ship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01168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2514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packs (T-000..T-012), each scoped to disjoint files against a frozen LLD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60320" y="201168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70048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2670048" y="2514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task waves, then an integration wave (T-011) reconciling 4 cross-component defects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3440" y="201168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73168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4773168" y="2514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security review; 3 critical + 4 high findings, all closed the same day (T-012)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766560" y="201168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76288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6876288" y="2514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checkpoints replayed across the 6 bench scenarios, evidence for every KPI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337560"/>
            <a:ext cx="40233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33924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contracts, disjoint scope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64845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 and the LLD are frozen; task agents touch only the files in their scope and stop at their pack's Handoff notes if they need more. Rule: files under 800 lines, functions under 50 where practical.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3337560"/>
            <a:ext cx="40233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54880" y="33924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validates everything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754880" y="364845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ruff, ruff format, mypy --strict (host and the Linux CI target), pytest with an 80% coverage floor, the offline bench, and two drift guards (headline.json, the rendered card). CI runs the identical script on every push.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READINESS · MEASUREMENT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metrics from the gate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19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188720"/>
          <a:ext cx="3291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/ coverage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 / 97.46%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check.py, this review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Scenarios as declared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bench, seed 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heal scenarios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Adversarial rejected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hand-written artifacts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iterations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run, budget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across 6 bench runs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 escape tests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test_sandbox_escapes.py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rate is 1/6 by design: 4 of 6 corpus scenarios inject a defect on purpose so the self-heal path is exercised, and one (meridian-legacy) is built to escalate. Live-provider, Docker-sandbox and real-Airflow rows on the results card are pending — no recorded run exists yet.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Quirks and known limitations (stated, not hidden)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 measures the harness, not a model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961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fake provider is template-driven with scenario-declared defects; it says nothing about any real model's code quality. Live-provider accuracy is pending until a recorded run exists.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12435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sandbox mode is untested by the bench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49961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 always uses subprocess mode, so its numbers are byte-identical with or without a Docker daemon; the docker=... kind is covered by dedicated tests, not by the headline KPIs.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0665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is a stub offline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32257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DAGs are validated against a package that records structure at import; whether they load in a real scheduler is checked only by the opt-in docker compose --profile airflow target, and that result is pending.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4663440" y="201168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0665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approval.json is an audit trail, not a signature (M1)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32257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sha256 hashes record what was approved and by whom but are not tamper-evident; anyone who can write deploy/&lt;client&gt;/ can rewrite both the artifact and its recorded hash.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8895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memory cap is best-effort (H4)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14553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Object caps committed memory at 512 MiB; if the ctypes call fails, only the wall-clock timeout backstops a memory bomb, which then ends as a timeout rather than a MemoryError.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663440" y="283464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28895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is synthetic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14553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clients and five adversarial cases exercise every branch of the graph and every check; they are not a survey of real feed formats.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7124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canonical schema is fixed at 7 columns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9684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trade_id, account_id, value_date, amount, currency, counterparty, description. Real clients would extend it; that is unbuilt.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663440" y="365760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4880" y="37124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multi-tenant auth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39684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and the MCP server are local, single-operator tools; SSO or per-tenant isolation is not built.</a:t>
            </a:r>
            <a:endParaRPr lang="en-US" sz="7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READINESS · OPERATIONS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Cost, performance and operability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tokens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099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fake provider drives the bench and CI; a live provider records tokens per call but none has been run yet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70048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670048" y="17099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generate/evaluate iterations per run against a budget of 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73168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s / 5 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17099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timeout per sample / H5 latency budget per sample, both configurable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766560" y="118872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76288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876288" y="17099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checkpoints across 6 bench runs — every step persisted and replayable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660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Operability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16936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runbook.md: start/stop, common failures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replay &lt;run_id&gt; walks every checkpoint; --step N dumps state at that step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events.jsonl: one line per node (node, iteration, ms, outcome) + one llm_usage line per real-model call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Rollback is deleting deploy/&lt;client&gt;/; the run and its decision remain in SQLite and runs/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60604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2660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live run would add to this page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2916936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Prompt/completion tokens and latency per model call, written to events.jsonl by LLMProvider's on_usage callback. No aggregated cost figure exists in the repository today because no live run has been recorded; when one is, the sum over events.jsonl is the figure to report.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3200400"/>
          </a:xfrm>
          <a:prstGeom prst="roundRect">
            <a:avLst>
              <a:gd name="adj" fmla="val 2791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243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481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10312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scenarios, 5/5 adversarial, 505 tests, 97.46% coverage, all offline with the fake provider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965960" cy="320040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0048" y="1243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670048" y="1481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live-model run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210312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one build with Ollama or vLLM and publish its accuracy/cost/latency as an observed figure, replacing the pending row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1965960" cy="320040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73168" y="1243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1481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sandbox as a bench input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210312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bench under sandbox=docker so the results card reflects the OS-level isolation boundary, not just subprocess mode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188720"/>
            <a:ext cx="1965960" cy="320040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76288" y="1243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876288" y="1481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210312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HMAC-signed approvals (approval.json is presently an audit trail, not a signature); real-Airflow bench row; add DRYDOCK to the profile README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STATE.md's backlog: none of the next steps are load-bearing for the current, offline gate — they add recorded evidence, not new architecture.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A — Decision log (abridged)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23</a:t>
            </a: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gates self-approved by the orchestrating agent, under the owner's autonomy instruction, for an interview-ready repo fast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gate artifact still exists and is reviewable after the fact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Name: DRYDOCK — a vessel is tested and inspected before the harbour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 the metaphor: Harbormaster controls what enters the harbour, DRYDOCK decides what is seaworthy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with a SQLite checkpointer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Interrupts, checkpoint history and cross-process resume as first-class, zero-infra features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mcp 2.x, in-memory transport for tests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 tool calls exercised over a real MCP session with no spawned process in CI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injection lives in the corpus manifest, not the generator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the self-heal and escalate demos honest and published, not hard-coded into the model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Wave-1 integration reconciliations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kwarg mismatch, escalate pin, a shifted adversarial slice, and a split adversarial case — all fixed at integration, not before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ADR-008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findings drove a three-layer sandbox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guard alone was shown not to be a boundary; guard + runtime jail + process containment closed 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B — Build statistics and lessons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24</a:t>
            </a:r>
            <a:endParaRPr lang="en-US" sz="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packs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(T-000 .. T-012, including sandbox hardening)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schedule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1 x4 parallel (corpus, harness, providers, sources MCP) -&gt; Wave 2 x4 (graph, dashboard, MCP server, docs) -&gt; Wave 3 x2 (bench, Airflow) -&gt; Wave 4 (integration + ship)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review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approve, 0 critical, 0 high; 1 medium fixed (unbounded errors column), 1 low documented (unused SandboxTimeout)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review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critical, 4 high, 2 medium before T-012; all closed same day; pip-audit clean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/ coverage at ship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 tests (98% per ship-report; 503 passed / 2 skipped / 97.46% observed in this review)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code lines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1689 across the final pipeline.py, dag.py, mapping.yaml of the 6 bench runs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29000"/>
            <a:ext cx="8229600" cy="1051560"/>
          </a:xfrm>
          <a:prstGeom prst="roundRect">
            <a:avLst>
              <a:gd name="adj" fmla="val 52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4838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written into the decision log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39896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Integration-only defects surfaced where independently built components met (a tool kwarg mismatch, an escalate pin, a shifted adversarial slice) — reconciled in the integration wave, not before. The security review's own payloads are committed as regression tests, so a beaten guard cannot regress silently.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C — Repository map and how to run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AI Systems Architecture Review · 25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drydock/          models.py, paths.py, errors.py, corpus.py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harness/        sandbox runner, six checks, stub airflow package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providers/      Provider protocol, FakeProvider, LLMProvider, backends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mcp/            sources server, toolbox, DRYDOCK's own MCP server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graph/          nodes, edges, checkpointer, run store, service API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dashboard/      FastAPI JSON API + dependency-free HTML viewer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cli.py, bench.py, events.py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corpus/           six synthetic clients and five adversarial pipelines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configs/providers/  fake, ollama, vllm, bedrock, anthropic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metrics/          render.py, card.json, headline.json (bench-written)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scripts/check.py  the gate: ruff, mypy, pytest, bench, drift checks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docs/design/      requirements, HLD, LLD, execution plan, decision log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docs/tasks/       T-000 .. T-012 task packs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docs/ship-report.md, docs/security.md, docs/serving.md, docs/runbook.md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5760720" y="1188720"/>
            <a:ext cx="2926080" cy="3246120"/>
          </a:xfrm>
          <a:prstGeom prst="roundRect">
            <a:avLst>
              <a:gd name="adj" fmla="val 1875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97880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1572768"/>
            <a:ext cx="2743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sync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drydock build acme-treasury \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--provider fake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drydock runs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drydock approve &lt;run_id&gt; \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--approver &lt;name&gt;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dashboard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drydock serve --port 8601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whole gate, identical to CI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scripts/check.py</a:t>
            </a:r>
            <a:endParaRPr lang="en-US" sz="8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DRYDOCK · roshanrana/drydock · 505 tests, 97.46% coverage, one offline gate · design docs and ship report in the repository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DRYDOCK — AI Systems Architecture Review</dc:title>
  <dc:subject>PptxGenJS Presentation</dc:subject>
  <dc:creator>Roshan Rana</dc:creator>
  <cp:lastModifiedBy>Roshan Rana</cp:lastModifiedBy>
  <cp:revision>1</cp:revision>
  <dcterms:created xsi:type="dcterms:W3CDTF">2026-09-12T23:51:34Z</dcterms:created>
  <dcterms:modified xsi:type="dcterms:W3CDTF">2026-09-12T23:51:34Z</dcterms:modified>
</cp:coreProperties>
</file>